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13" d="100"/>
          <a:sy n="113" d="100"/>
        </p:scale>
        <p:origin x="654" y="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9114B9-E576-4989-A2B6-03FD8C55609D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E90747-7088-4D52-999A-EA800E6A0F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0905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ㅈ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E90747-7088-4D52-999A-EA800E6A0F0D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6132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D6F4869D-6315-2D2F-4D1A-171E5C83222E}"/>
              </a:ext>
            </a:extLst>
          </p:cNvPr>
          <p:cNvSpPr/>
          <p:nvPr/>
        </p:nvSpPr>
        <p:spPr>
          <a:xfrm>
            <a:off x="10718800" y="4572000"/>
            <a:ext cx="4419600" cy="2514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대기 없는 연속 패턴 발동은 유저에게 불쾌한 경험을 제공한다</a:t>
            </a:r>
            <a:r>
              <a:rPr lang="en-US" altLang="ko-KR" dirty="0"/>
              <a:t>.</a:t>
            </a:r>
          </a:p>
          <a:p>
            <a:pPr algn="ctr"/>
            <a:r>
              <a:rPr lang="ko-KR" altLang="en-US" dirty="0"/>
              <a:t> </a:t>
            </a:r>
            <a:r>
              <a:rPr lang="ko-KR" altLang="en-US" dirty="0" err="1"/>
              <a:t>어빌리티</a:t>
            </a:r>
            <a:r>
              <a:rPr lang="ko-KR" altLang="en-US" dirty="0"/>
              <a:t> 발동이 성공했다면 몬스터가</a:t>
            </a:r>
            <a:endParaRPr lang="en-US" altLang="ko-KR" dirty="0"/>
          </a:p>
          <a:p>
            <a:pPr algn="ctr"/>
            <a:r>
              <a:rPr lang="ko-KR" altLang="en-US" dirty="0"/>
              <a:t>자리를 잡는 </a:t>
            </a:r>
            <a:r>
              <a:rPr lang="en-US" altLang="ko-KR" dirty="0"/>
              <a:t>WANDER</a:t>
            </a:r>
            <a:r>
              <a:rPr lang="ko-KR" altLang="en-US" dirty="0"/>
              <a:t>을 실행</a:t>
            </a:r>
            <a:endParaRPr lang="en-US" altLang="ko-KR" dirty="0"/>
          </a:p>
          <a:p>
            <a:pPr algn="ctr"/>
            <a:r>
              <a:rPr lang="ko-KR" altLang="en-US" dirty="0" err="1"/>
              <a:t>패링을</a:t>
            </a:r>
            <a:r>
              <a:rPr lang="ko-KR" altLang="en-US" dirty="0"/>
              <a:t> 성공하였다면 보상으로</a:t>
            </a:r>
            <a:endParaRPr lang="en-US" altLang="ko-KR" dirty="0"/>
          </a:p>
          <a:p>
            <a:pPr algn="ctr"/>
            <a:r>
              <a:rPr lang="en-US" altLang="ko-KR" dirty="0"/>
              <a:t>WAIT</a:t>
            </a:r>
            <a:r>
              <a:rPr lang="ko-KR" altLang="en-US" dirty="0"/>
              <a:t>를 실행한다</a:t>
            </a:r>
            <a:r>
              <a:rPr lang="en-US" altLang="ko-KR"/>
              <a:t>.</a:t>
            </a:r>
            <a:endParaRPr lang="en-US" altLang="ko-KR" dirty="0"/>
          </a:p>
          <a:p>
            <a:pPr algn="ctr"/>
            <a:endParaRPr lang="ko-KR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29</Words>
  <Application>Microsoft Office PowerPoint</Application>
  <PresentationFormat>사용자 지정</PresentationFormat>
  <Paragraphs>7</Paragraphs>
  <Slides>15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창영 이</cp:lastModifiedBy>
  <cp:revision>3</cp:revision>
  <dcterms:created xsi:type="dcterms:W3CDTF">2006-08-16T00:00:00Z</dcterms:created>
  <dcterms:modified xsi:type="dcterms:W3CDTF">2026-07-04T20:12:00Z</dcterms:modified>
</cp:coreProperties>
</file>